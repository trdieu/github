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embedTrueTypeFonts="1" saveSubsetFonts="1">
  <p:sldMasterIdLst>
    <p:sldMasterId id="2147483648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-2482" y="-91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presProps" Target="presProps.xml" /><Relationship Id="rId10" Type="http://schemas.openxmlformats.org/officeDocument/2006/relationships/slide" Target="slides/slide5.xml" /><Relationship Id="rId11" Type="http://schemas.openxmlformats.org/officeDocument/2006/relationships/slide" Target="slides/slide6.xml" /><Relationship Id="rId12" Type="http://schemas.openxmlformats.org/officeDocument/2006/relationships/slide" Target="slides/slide7.xml" /><Relationship Id="rId13" Type="http://schemas.openxmlformats.org/officeDocument/2006/relationships/slide" Target="slides/slide8.xml" /><Relationship Id="rId14" Type="http://schemas.openxmlformats.org/officeDocument/2006/relationships/slide" Target="slides/slide9.xml" /><Relationship Id="rId15" Type="http://schemas.openxmlformats.org/officeDocument/2006/relationships/slide" Target="slides/slide10.xml" /><Relationship Id="rId16" Type="http://schemas.openxmlformats.org/officeDocument/2006/relationships/slide" Target="slides/slide11.xml" /><Relationship Id="rId17" Type="http://schemas.openxmlformats.org/officeDocument/2006/relationships/slide" Target="slides/slide12.xml" /><Relationship Id="rId18" Type="http://schemas.openxmlformats.org/officeDocument/2006/relationships/slide" Target="slides/slide13.xml" /><Relationship Id="rId19" Type="http://schemas.openxmlformats.org/officeDocument/2006/relationships/slide" Target="slides/slide14.xml" /><Relationship Id="rId2" Type="http://schemas.openxmlformats.org/officeDocument/2006/relationships/tableStyles" Target="tableStyles.xml" /><Relationship Id="rId20" Type="http://schemas.openxmlformats.org/officeDocument/2006/relationships/slide" Target="slides/slide15.xml" /><Relationship Id="rId21" Type="http://schemas.openxmlformats.org/officeDocument/2006/relationships/slide" Target="slides/slide16.xml" /><Relationship Id="rId22" Type="http://schemas.openxmlformats.org/officeDocument/2006/relationships/slide" Target="slides/slide17.xml" /><Relationship Id="rId23" Type="http://schemas.openxmlformats.org/officeDocument/2006/relationships/slide" Target="slides/slide18.xml" /><Relationship Id="rId24" Type="http://schemas.openxmlformats.org/officeDocument/2006/relationships/slide" Target="slides/slide19.xml" /><Relationship Id="rId25" Type="http://schemas.openxmlformats.org/officeDocument/2006/relationships/slide" Target="slides/slide20.xml" /><Relationship Id="rId26" Type="http://schemas.openxmlformats.org/officeDocument/2006/relationships/slide" Target="slides/slide21.xml" /><Relationship Id="rId27" Type="http://schemas.openxmlformats.org/officeDocument/2006/relationships/slide" Target="slides/slide22.xml" /><Relationship Id="rId28" Type="http://schemas.openxmlformats.org/officeDocument/2006/relationships/slide" Target="slides/slide23.xml" /><Relationship Id="rId29" Type="http://schemas.openxmlformats.org/officeDocument/2006/relationships/slide" Target="slides/slide24.xml" /><Relationship Id="rId3" Type="http://schemas.openxmlformats.org/officeDocument/2006/relationships/viewProps" Target="viewProps.xml" /><Relationship Id="rId30" Type="http://schemas.openxmlformats.org/officeDocument/2006/relationships/slide" Target="slides/slide25.xml" /><Relationship Id="rId4" Type="http://schemas.openxmlformats.org/officeDocument/2006/relationships/theme" Target="theme/theme1.xml" /><Relationship Id="rId5" Type="http://schemas.openxmlformats.org/officeDocument/2006/relationships/slideMaster" Target="slideMasters/slideMaster1.xml" /><Relationship Id="rId6" Type="http://schemas.openxmlformats.org/officeDocument/2006/relationships/slide" Target="slides/slide1.xml" /><Relationship Id="rId7" Type="http://schemas.openxmlformats.org/officeDocument/2006/relationships/slide" Target="slides/slide2.xml" /><Relationship Id="rId8" Type="http://schemas.openxmlformats.org/officeDocument/2006/relationships/slide" Target="slides/slide3.xml" /><Relationship Id="rId9" Type="http://schemas.openxmlformats.org/officeDocument/2006/relationships/slide" Target="slides/slide4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27.02.2014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В‹#В›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.pn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.pn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6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7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8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9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0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1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2.pn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3.pn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4.png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5.pn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6.png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7.png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8.png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9.png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0.png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1.png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2.png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3.png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4.png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5.png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941566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8332851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7266051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7971409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7322566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7418451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75438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8189976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7448042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8438642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PresentationFormat>On-screen Show (4:3)</PresentationFormat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cp:revision>1</cp:revision>
  <dcterms:modified xsi:type="dcterms:W3CDTF">2026-01-09T09:53:12+00:00</dcterms:modified>
</cp:coreProperties>
</file>